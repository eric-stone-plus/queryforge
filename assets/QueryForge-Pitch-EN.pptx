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7498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800" b="1">
                <a:solidFill>
                  <a:srgbClr val="FFB300"/>
                </a:solidFill>
                <a:latin typeface="Aptos Display"/>
              </a:rPr>
              <a:t>QueryForge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2331720" cy="50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523744"/>
            <a:ext cx="7132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FFFFFF"/>
                </a:solidFill>
                <a:latin typeface="Aptos"/>
              </a:rPr>
              <a:t>Natural-language business data queries with charts on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45643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B0BEC5"/>
                </a:solidFill>
                <a:latin typeface="Aptos"/>
              </a:rPr>
              <a:t>Business users ask a question, QueryForge fetches the data, and the answer appears as KPI cards, charts, or reusable dashboard views.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005840"/>
            <a:ext cx="3154680" cy="347472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67344" y="12984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LIVE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67344" y="1664208"/>
            <a:ext cx="2542032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Built in 72 hours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ClawHunt Builder Camp 2026 hackathon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5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Powered by Kimi K2.7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Model used in the live demo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5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Demo data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10K orders | 500 products | 1,000 users | 8 regions | 20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88736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58A6FF"/>
                </a:solidFill>
                <a:latin typeface="Aptos"/>
              </a:rPr>
              <a:t>queryforge-production-8d6f.up.railway.app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PAIN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bottleneck is request handling, not analysis.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When business teams need answers, every clarification becomes another handoff.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48256"/>
            <a:ext cx="5257800" cy="3584448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48256"/>
            <a:ext cx="50800" cy="3584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231136"/>
            <a:ext cx="4855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ptos"/>
              </a:rPr>
              <a:t>Analyst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624328"/>
            <a:ext cx="4855464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Same metric is requested by multiple teams in slightly different words.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Questions arrive as ad hoc requests, follow-ups, and revised definitions.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Analysts spend attention on recreating views instead of interpreting the business.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48256"/>
            <a:ext cx="5257800" cy="3584448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48256"/>
            <a:ext cx="50800" cy="35844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231136"/>
            <a:ext cx="4855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ptos"/>
              </a:rPr>
              <a:t>Business waiting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624328"/>
            <a:ext cx="4855464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Revenue, category, channel, and customer questions come up during operating reviews.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Teams need a chart they can inspect immediately, not another request thread.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Metric definitions have to stay consistent as more people reuse the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9966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The product opportunity: make common business questions self-service while keeping analyst-defined metrics reusable.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Analysts define the metric library once; business users self-serve.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QueryForge turns the analyst role from repeated report builder into metric owner.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Analyst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Define preset metrics once: revenue trend, category margin, top products, channel orders, and repeat buyer views.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63931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58A6F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Business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Users type a natural-language question or rerun a saved metric from the library.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63931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4CAF50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Reusable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Charts, KPI cards, progress streaming, and self-correction keep the answer usable in front of the business.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Core capability: plain-language data access that preserves analyst-defined business meaning.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live product already combines questions, KPI cards, and dashboard panels.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Screenshots are from the deployed QueryForge demo with actual demo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3246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Natural-language entry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A user types a business question and gets a charted answer.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8 KPI cards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Revenue, AOV, margin, repeat rate, completion, refund, basket, active buyers.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 dashboard panels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Region bar, category pie, monthly trend, channel bar, top products, user segments.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Preset metric library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Analysts create reusable metrics that business users can rerun.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2280" y="1730248"/>
            <a:ext cx="7228840" cy="581152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7951"/>
            <a:ext cx="7178040" cy="5257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272280" y="2516632"/>
            <a:ext cx="4275328" cy="334264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-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542584"/>
            <a:ext cx="4224528" cy="28235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972296" y="2370328"/>
            <a:ext cx="1468120" cy="1678432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rop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5647" y="2395728"/>
            <a:ext cx="1401418" cy="162763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272280" y="3028696"/>
            <a:ext cx="2190496" cy="3123184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rop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804" y="3054096"/>
            <a:ext cx="1683448" cy="3072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66560" y="3858768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Dashboard remains visible while the user asks or reruns questions.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425696"/>
            <a:ext cx="4251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30" b="0">
                <a:solidFill>
                  <a:srgbClr val="B0BEC5"/>
                </a:solidFill>
                <a:latin typeface="Aptos"/>
              </a:rPr>
              <a:t>The product view is built around business application: operating health, regional performance, channel mix, product focus, and user segmentation.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DATA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Eight KPI cards are backed by the demo dataset.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dashboard summarizes the operating view business users can reuse.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TOTAL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¥232M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30-month demo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AOV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¥23K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Average order value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4CAF50"/>
                </a:solidFill>
                <a:latin typeface="Aptos Display"/>
              </a:rPr>
              <a:t>46.7%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All-category 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7424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REPEAT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4CAF50"/>
                </a:solidFill>
                <a:latin typeface="Aptos Display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1,000 active buyers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COMPLETION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58A6FF"/>
                </a:solidFill>
                <a:latin typeface="Aptos Display"/>
              </a:rPr>
              <a:t>66.5%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6,650 completed 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REFUND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312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6B6B"/>
                </a:solidFill>
                <a:latin typeface="Aptos Display"/>
              </a:rPr>
              <a:t>16.6%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9312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1,664 refunded orders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1072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BASKET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2.5 items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Average items per order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07424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ACTIVE BUYERS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58A6FF"/>
                </a:solidFill>
                <a:latin typeface="Aptos Display"/>
              </a:rPr>
              <a:t>1,000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Across 20 categories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21808"/>
            <a:ext cx="10863072" cy="566928"/>
          </a:xfrm>
          <a:prstGeom prst="rect">
            <a:avLst/>
          </a:prstGeom>
          <a:solidFill>
            <a:srgbClr val="17243F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504688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Demo data scope: 10K orders | 500 products | 1,000 users | 8 regions | 20 categories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Question to answer, with progress visible throughout.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flow is designed for business users: ask, watch progress, inspect the chart, reuse the metric.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Type a business question in natural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58A6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Progress updates show what is happening.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4CAF50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Data appears as charts, tables, or KPI cards.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86216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Save useful answers into the metric library.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187952"/>
            <a:ext cx="7635240" cy="1078992"/>
          </a:xfrm>
          <a:prstGeom prst="rect">
            <a:avLst/>
          </a:prstGeom>
          <a:solidFill>
            <a:srgbClr val="17243F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23744" y="44256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Self-correction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407408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If a query fails, QueryForge fixes the attempt and retries so the user can stay focused on the business question.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76072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No handoff is required for routine data questions once the metrics have been set up.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demo scenarios map directly to operating questions.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Each scenario starts with a business question and ends with a reusable visual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0312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Regional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6888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How are regions contributing to revenue over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1635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region distribution and monthly trend.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96" y="193852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210312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Category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categories carry the strongest margin?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281635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category comparison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9300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Product focus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02336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products are driving the most revenue?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708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top products 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349300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365760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Customer behavior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02336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buyers and segments show repeat activity?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3708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repeat buyer and user segment views.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797296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The same surface supports quick exploration and repeated management reporting.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Move from a hackathon demo to a business-ready tool.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roadmap extends the existing product without adding unsupported market or revenue claims.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2194560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Harden the live environment, improve onboarding, and make the demo easier to hand off to evaluators or early users.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73552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More data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3456432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Connect additional business datasets beyond the ecommerce demo while preserving the same question-to-chart experience.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35424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3659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Team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4718304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Add shared metric libraries, saved views, and collaboration controls for analysts and business stakeholders.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80467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500" b="1">
                <a:solidFill>
                  <a:srgbClr val="FFB300"/>
                </a:solidFill>
                <a:latin typeface="Aptos Display"/>
              </a:rPr>
              <a:t>QueryForge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212848"/>
            <a:ext cx="2331720" cy="50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615184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FFFFF"/>
                </a:solidFill>
                <a:latin typeface="Aptos"/>
              </a:rPr>
              <a:t>Let business teams ask for data directly while analysts own the reusable metrics.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913632"/>
            <a:ext cx="10424160" cy="128016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87952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B0BEC5"/>
                </a:solidFill>
                <a:latin typeface="Aptos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152" y="415137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58A6FF"/>
                </a:solidFill>
                <a:latin typeface="Aptos"/>
              </a:rPr>
              <a:t>queryforge-production-8d6f.up.railway.app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700016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B0BEC5"/>
                </a:solidFill>
                <a:latin typeface="Aptos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152" y="46634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58A6FF"/>
                </a:solidFill>
                <a:latin typeface="Aptos"/>
              </a:rPr>
              <a:t>github.com/eric-stone-plus/queryforge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B0BEC5"/>
                </a:solidFill>
                <a:latin typeface="Aptos"/>
              </a:rPr>
              <a:t>Built at ClawHunt Builder Camp 2026 in 72 hours | Kimi K2.7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QueryForge Pitch</dc:title>
  <dc:subject>Business self-service data query tool</dc:subject>
  <dc:creator>QueryForge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