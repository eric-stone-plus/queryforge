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0EEE8"/>
                </a:solidFill>
                <a:latin typeface="Arial"/>
                <a:ea typeface="Microsoft YaHei"/>
              </a:rPr>
              <a:t>QueryForge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9A9A9A"/>
                </a:solidFill>
                <a:latin typeface="Arial"/>
                <a:ea typeface="Microsoft YaHei"/>
              </a:rPr>
              <a:t>让业务团队自助取数，解放数据分析师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9A"/>
                </a:solidFill>
                <a:latin typeface="Arial"/>
                <a:ea typeface="Microsoft YaHei"/>
              </a:rPr>
              <a:t>ClawHunt Builder Camp 2026 · 72 小时构建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业务要数据，总要等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运营问"华东上个月卖了多少" → 找分析师</a:t>
            </a:r>
          </a:p>
          <a:p>
            <a:pPr algn="l">
              <a:spcAft>
                <a:spcPts val="12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市场问"哪个品类增长最快" → 排期等报表</a:t>
            </a:r>
          </a:p>
          <a:p>
            <a:pPr algn="l">
              <a:spcAft>
                <a:spcPts val="12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老板问"为什么这个月下滑" → 加急再加急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9A"/>
                </a:solidFill>
                <a:latin typeface="Arial"/>
                <a:ea typeface="Microsoft YaHei"/>
              </a:rPr>
              <a:t>数据分析师每周 60% 时间在重复拉数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分析师定义一次，业务自助使用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分析师定义数据口径和指标</a:t>
            </a:r>
          </a:p>
          <a:p>
            <a:pPr algn="l">
              <a:spcAft>
                <a:spcPts val="12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业务用自然语言提问</a:t>
            </a:r>
          </a:p>
          <a:p>
            <a:pPr algn="l">
              <a:spcAft>
                <a:spcPts val="12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系统返回数据、图表、洞察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9A"/>
                </a:solidFill>
                <a:latin typeface="Arial"/>
                <a:ea typeface="Microsoft YaHei"/>
              </a:rPr>
              <a:t>从"提需求等三天"到"自己问自己看"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从提问到决策，一个流程走完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取数 — "各地区本月销售额是多少"</a:t>
            </a:r>
          </a:p>
          <a:p>
            <a:pPr algn="l">
              <a:spcAft>
                <a:spcPts val="12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可视化 — 自动生成图表，一键切换维度</a:t>
            </a:r>
          </a:p>
          <a:p>
            <a:pPr algn="l">
              <a:spcAft>
                <a:spcPts val="12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归因 — "为什么东区下降了" → 自动找原因</a:t>
            </a:r>
          </a:p>
          <a:p>
            <a:pPr algn="l">
              <a:spcAft>
                <a:spcPts val="12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建议 — 基于数据给出下一步行动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在真实数据上验证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10,000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订单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8288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651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地区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8288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651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品类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覆盖 8 个 KPI 指标</a:t>
            </a:r>
          </a:p>
          <a:p>
            <a:pPr algn="l">
              <a:spcAft>
                <a:spcPts val="12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支持跨地区、跨品类对比</a:t>
            </a:r>
          </a:p>
          <a:p>
            <a:pPr algn="l">
              <a:spcAft>
                <a:spcPts val="12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异常检测与趋势分析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一个产品，两方受益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828800"/>
            <a:ext cx="4572000" cy="36576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0116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分析师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468880"/>
            <a:ext cx="4023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0EEE8"/>
                </a:solidFill>
                <a:latin typeface="Arial"/>
                <a:ea typeface="Microsoft YaHei"/>
              </a:rPr>
              <a:t>减少重复取数工作
专注于指标定义和数据治理
从'拉数的'变成'定标准的'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828800"/>
            <a:ext cx="4572000" cy="36576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业务团队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468880"/>
            <a:ext cx="4023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0EEE8"/>
                </a:solidFill>
                <a:latin typeface="Arial"/>
                <a:ea typeface="Microsoft YaHei"/>
              </a:rPr>
              <a:t>随时提问，不用排队
自己看数据，自己做决策
从'等报表'到'看数据'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谁需要这个工具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电商运营 — 每天看销售、库存、转化</a:t>
            </a:r>
          </a:p>
          <a:p>
            <a:pPr algn="l">
              <a:spcAft>
                <a:spcPts val="12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市场团队 — 活动效果、渠道对比、用户画像</a:t>
            </a:r>
          </a:p>
          <a:p>
            <a:pPr algn="l">
              <a:spcAft>
                <a:spcPts val="12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管理层 — 经营日报、异常预警、决策支持</a:t>
            </a:r>
          </a:p>
          <a:p>
            <a:pPr algn="l">
              <a:spcAft>
                <a:spcPts val="12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财务 — 收入分析、成本归因、预算执行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0EEE8"/>
                </a:solidFill>
                <a:latin typeface="Arial"/>
                <a:ea typeface="Microsoft YaHei"/>
              </a:rPr>
              <a:t>QueryForge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9A9A"/>
                </a:solidFill>
                <a:latin typeface="Arial"/>
                <a:ea typeface="Microsoft YaHei"/>
              </a:rPr>
              <a:t>让数据分析师做更有价值的事
让业务团队自己找到答案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9A"/>
                </a:solidFill>
                <a:latin typeface="Arial"/>
                <a:ea typeface="Microsoft YaHei"/>
              </a:rPr>
              <a:t>ClawHunt Builder Camp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