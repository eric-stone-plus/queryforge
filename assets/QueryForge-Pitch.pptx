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大家好，我是 QueryForge 的开发者。QueryForge 是一个 AI 数据分析智能体，让业务团队用自然语言直接提问。我们用 Kaggle 上 Olist 巴西电商的真实数据——99,441 笔订单——做了完整验证。不要提模型名和框架。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痛点：分析师 80% 时间在重复拉数。运营问华东卖了多少，得排队；市场问哪个品类增长最快，得等报表。关键句：痛点不是没有数据，是数据到不了需要的人手里。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方案：分析师定义一次指标口径，业务团队永久使用。从提需求等三天到自己问自己看。不是每次重新理解，而是一次定义永久可用。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四能力快速过：取数可视化、归因建议、智能纠错、指标库。不要展开，演示环节现场展示。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真实数据：Olist 巴西电商 99K 订单 96K 用户 74 品类。评委可随时验证——数据集公开，查询可复现。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三层架构：受控语义层（不靠LLM猜表名）、验证式Agent循环（SQL→验证→执行→分析）、企业数据平面（Schema-only、只读、AST校验）。关键句：不是套壳ChatGPT，每层有安全边界。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数据合规：LLM只看Schema不看数据。SQL语法树解析只允许SELECT。数据库只读连接。生产路线图：RLS、PII脱敏、审计日志。同Snowflake Cortex和Databricks AI/BI。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生产路径快速过：Phase1 MVP 1-2周，Phase2 企业试用1-2月，Phase3 规模化3-6月。每查询$0.003。证明想过商业化就行。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双重价值：分析师减少80%重复工作变成定标准的，业务从等3天变成10秒。关键句：分析师被解放，业务被赋能。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结束语：不是替代分析师，是放大10倍。扫二维码体验，GitHub开源。谢谢。指向二维码。时间允许可现场开演示。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Arial"/>
                <a:ea typeface="Microsoft YaHei"/>
              </a:rPr>
              <a:t>QueryForge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A9A9A"/>
                </a:solidFill>
                <a:latin typeface="Arial"/>
                <a:ea typeface="Microsoft YaHei"/>
              </a:rPr>
              <a:t>AI 数据分析智能体 · 让业务团队自助取数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A9A9A"/>
                </a:solidFill>
                <a:latin typeface="Arial"/>
                <a:ea typeface="Microsoft YaHei"/>
              </a:rPr>
              <a:t>ClawHunt Builder Camp 2026 · 72 小时构建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A853"/>
                </a:solidFill>
                <a:latin typeface="Arial"/>
                <a:ea typeface="Microsoft YaHei"/>
              </a:rPr>
              <a:t>基于 Olist 真实电商数据（99,441 笔订单）验证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queryforge-production-8d6f.up.railway.app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业务要数据，总要等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运营问"华东上个月卖了多少" → 找分析师排队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市场问"哪个品类增长最快" → 排期等报表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老板问"为什么这个月下滑" → 加急再加急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同一个指标，不同部门问 10 遍，改 10 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4A853"/>
                </a:solidFill>
                <a:latin typeface="Arial"/>
                <a:ea typeface="Microsoft YaHei"/>
              </a:rPr>
              <a:t>数据分析师每周 60% 时间在重复拉数，真正有价值的深度分析被挤占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痛点：不是没有数据，是数据到不了需要的人手里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分析师定义一次，业务自助使用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4A853"/>
                </a:solidFill>
                <a:latin typeface="Arial"/>
                <a:ea typeface="Microsoft YaHei"/>
              </a:rPr>
              <a:t>核心机制：分析师把领域知识沉淀为可复用的指标资产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分析师定义数据口径和指标（一次性工作）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业务人员用自然语言提问，像和同事说话一样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系统理解意图、匹配指标、查询数据、生成图表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指标可保存、可复用，口径全公司统一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从"提需求等三天"到"自己问自己看" · 不是每次重新理解，而是一次定义永久可用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从提问到决策，一个流程走完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取数 + 可视化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"各地区本月销售额是多少"
自动生成图表，一键切换维度
支持柱状图、折线图、饼图、面积图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归因 + 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"为什么东区下降了" → 自动找原因
基于数据趋势给出下一步行动
库存调整、营销策略、成本控制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93192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114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智能纠错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5720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查询出错时自动诊断原因
修正查询并重试，用户看到完整过程
不会被错误卡住，不需要手动调试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029200" cy="201168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分析师预设指标库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57200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分析师预先定义常用指标
业务人员一键选择即可查询
确保全公司使用统一的指标定义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在真实数据上验证 — Olist 巴西电商平台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99,441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真实订单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96,096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真实用户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64592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D4A853"/>
                </a:solidFill>
                <a:latin typeface="Arial"/>
                <a:ea typeface="Microsoft YaHei"/>
              </a:rPr>
              <a:t>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468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9A9A"/>
                </a:solidFill>
                <a:latin typeface="Arial"/>
                <a:ea typeface="Microsoft YaHei"/>
              </a:rPr>
              <a:t>商品品类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来自 Kaggle 公开数据集，巴西最大电商平台真实交易数据：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57600"/>
            <a:ext cx="9144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总营收 R$1,601万 · 客单价 R$161 · 完成率 97% · 复购率 3.1%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覆盖巴西5大地区，2016-2018年完整时间序列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数据包含订单、支付、商品、评价、物流全链路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Olist Brazilian E-Commerce Public Dataset · Kaggle 最受欢迎电商数据集之一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三层架构：从 Demo 到企业级产品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受控语义层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业务语言 → 指标定义 → SQL
不靠 LLM 猜表名
分析师定义一次，全公司复用
防止口径不一致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828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验证式 Agent 循环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28600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生成 SQL → AST 验证 → 只读执行
→ 结果分析 → 可视化
自纠正：出错自动修正重试
Kimi 是推理层，不是权威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645920"/>
            <a:ext cx="3383280" cy="4114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82880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企业数据平面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228600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Schema-only 模型暴露
只读数据库连接
AST 级 SQL 安全校验
审计日志 + RBAC 路线图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LLM 不是安全边界 · 策略引擎和执行层才是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数据合规设计 — 企业买家最关心的问题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914400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Schema-only 模型暴露：LLM 只看到表名和列名，永远不接触原始数据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AST 级 SQL 验证：用 node-sql-parser 解析 SQL 语法树，只允许 SELECT 查询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只读数据库连接：数据库层面配置 readonly 模式，即使代码有漏洞也无法写入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自动 LIMIT 注入：LLM 忘记加 LIMIT 时自动补全，防止全表扫描</a:t>
            </a:r>
          </a:p>
          <a:p>
            <a:pPr algn="l">
              <a:spcAft>
                <a:spcPts val="1400"/>
              </a:spcAft>
            </a:pPr>
            <a:r>
              <a:rPr sz="1500">
                <a:solidFill>
                  <a:srgbClr val="F0EEE8"/>
                </a:solidFill>
                <a:latin typeface="Arial"/>
                <a:ea typeface="Microsoft YaHei"/>
              </a:rPr>
              <a:t>  —  生产路线图：行级安全（RLS）、PII 脱敏、审计日志、SSO/SAML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754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4A853"/>
                </a:solidFill>
                <a:latin typeface="Arial"/>
                <a:ea typeface="Microsoft YaHei"/>
              </a:rPr>
              <a:t>同样的架构模式：Snowflake Cortex、Databricks AI/BI 都采用'Schema-only + 只读执行'方案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QueryForge 不给 LLM 数据库权限 · AI 生成 SQL，数据库执行查询，策略引擎控制访问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从 Hackathon 到产品的路径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Phase 1: 可售 MVP（1-2周）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SQLite → PostgreSQL 迁移
NextAuth.js 用户认证
语义层：指标定义 + Join 图
审计日志 + 基础 RBAC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0292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Phase 2: 企业试用（1-2月）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SSO/SAML 集成
行级安全 + PII 脱敏
多数据源：PostgreSQL/BigQuery
查询成本控制 + 取消机制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749039"/>
            <a:ext cx="50292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931919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Phase 3: 规模化（3-6月）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89119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Snowflake/Redshift/ClickHouse
dbt 语义层集成
指标认证 + 谱系追踪
VPC 部署 + BYOM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749039"/>
            <a:ext cx="5029200" cy="18288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931919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核心指标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389119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每查询成本 ~$0.003（Kimi K2.7）
单次查询延迟 2-5 秒
从 Demo 到 MVP：1 周
从 MVP 到企业版：3 个月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0EEE8"/>
                </a:solidFill>
                <a:latin typeface="Arial"/>
                <a:ea typeface="Microsoft YaHei"/>
              </a:rPr>
              <a:t>一个产品，两方受益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45920"/>
            <a:ext cx="5029200" cy="36576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数据分析师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2286000"/>
            <a:ext cx="4480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减少 80% 重复取数工作
专注于指标定义和数据治理
从"拉数的"变成"定标准的"
有时间做真正有价值的深度分析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029200" cy="3657600"/>
          </a:xfrm>
          <a:prstGeom prst="roundRect">
            <a:avLst/>
          </a:prstGeom>
          <a:solidFill>
            <a:srgbClr val="2A2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82880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D4A853"/>
                </a:solidFill>
                <a:latin typeface="Arial"/>
                <a:ea typeface="Microsoft YaHei"/>
              </a:rPr>
              <a:t>业务团队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480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0EEE8"/>
                </a:solidFill>
                <a:latin typeface="Arial"/>
                <a:ea typeface="Microsoft YaHei"/>
              </a:rPr>
              <a:t>随时提问，不用排队等排期
自己看数据，自己做决策
从"等报表"到"看数据"
一个需求从 3 天缩短到 10 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分析师被解放，业务被赋能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Arial"/>
                <a:ea typeface="Microsoft YaHei"/>
              </a:rPr>
              <a:t>QueryForge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9A9A"/>
                </a:solidFill>
                <a:latin typeface="Arial"/>
                <a:ea typeface="Microsoft YaHei"/>
              </a:rPr>
              <a:t>受控的对话式分析层
不是让 AI 替代分析师，而是让分析师的能力通过 AI 放大 10 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4A853"/>
                </a:solidFill>
                <a:latin typeface="Arial"/>
                <a:ea typeface="Microsoft YaHei"/>
              </a:rPr>
              <a:t>queryforge-production-8d6f.up.railway.app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9A9A"/>
                </a:solidFill>
                <a:latin typeface="Arial"/>
                <a:ea typeface="Microsoft YaHei"/>
              </a:rPr>
              <a:t>github.com/eric-stone-plus/queryforge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9A9A"/>
                </a:solidFill>
                <a:latin typeface="Arial"/>
                <a:ea typeface="Microsoft YaHei"/>
              </a:rPr>
              <a:t>ClawHunt Builder Camp 2026 · Track A</a:t>
            </a:r>
          </a:p>
        </p:txBody>
      </p:sp>
      <p:pic>
        <p:nvPicPr>
          <p:cNvPr id="7" name="Picture 6" descr="qr-rail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4114800"/>
            <a:ext cx="1645920" cy="1645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