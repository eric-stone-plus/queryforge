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A9A9A"/>
                </a:solidFill>
                <a:latin typeface="Arial"/>
                <a:ea typeface="Microsoft YaHei"/>
              </a:rPr>
              <a:t>让电商经营者获得专业数据分析能力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C: Business on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A853"/>
                </a:solidFill>
                <a:latin typeface="Arial"/>
                <a:ea typeface="Microsoft YaHei"/>
              </a:rPr>
              <a:t>面向跨境电商小团队的 local-first macOS 分析工作台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queryforge-production-8d6f.up.railway.app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小卖家也需要专业分析，但没有数据团队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店主问"哪个市场、品类和支付方式在拉动增长" → 手工导表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运营问"哪个商品值得继续投放" → 临时筛选订单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老板问"本月下滑是品类、物流还是渠道问题" → 靠经验判断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广交会卖家、Amazon/marketplace 卖家和外贸 SOHO 通常不会采购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4A853"/>
                </a:solidFill>
                <a:latin typeface="Arial"/>
                <a:ea typeface="Microsoft YaHei"/>
              </a:rPr>
              <a:t>真正的痛点不是没有数据，而是经营者缺少把订单数据变成判断的工具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痛点：跨境电商小团队需要专业分析能力，但预算、时间和技术门槛都很低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把电商分析流程做成本地工作台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4A853"/>
                </a:solidFill>
                <a:latin typeface="Arial"/>
                <a:ea typeface="Microsoft YaHei"/>
              </a:rPr>
              <a:t>自然语言提问 → 受控 SQL → 图表 → 经营建议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经营者直接问订单、品类、市场、渠道和复购问题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系统生成 SQL、执行只读查询，并返回图表和解释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常用问题沉淀为指标，不需要每次从零分析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桌面 macOS app 是真实产品，数据连接与 API key 留在本机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不是做大型 BI，而是把专业分析能力降到小卖家也能使用的成本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从静态报表到追问式分析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描述发生了什么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"各市场本月营收是多少"
生成图表和明细
按市场、品类、支付方式切换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解释为什么变化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"为什么某个市场冲高后回落"
比较时间、市场、品类、支付
输出可验证的业务假设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114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验证查询可靠性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572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SQL 先过 AST 安全校验
只读执行，失败自动修正
让错误暴露在流程里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沉淀经营指标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572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常用问题变成指标库
复用同一套查询口径
形成可追问的经营记录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公开 demo：Olist 巴西电商真实数据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99,441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真实订单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96,096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真实用户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商品品类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来自 Kaggle 公开数据集，巴西最大电商平台真实交易数据：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57600"/>
            <a:ext cx="9144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总营收 R$1,601万 · 客单价 R$161 · 完成率 97% · 复购率 3.1%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覆盖巴西公开交易样本，2016-2018年完整时间序列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数据包含订单、支付、商品、评价、物流全链路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Railway / iPhone QR 是 polished public demo；完整产品是本地 macOS 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桌面产品：把经营问题变成可信查询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电商指标层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经营语言 → 指标定义 → SQL
不靠 LLM 临时猜表名
订单、品类、渠道口径可复用
避免每次重新解释数据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828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验证式 Agent 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理解问题 → 生成 SQL → AST 验证
只读执行 → 读结果 → 可视化
自纠正：出错自动修正重试
把取数变成可交互分析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本地执行边界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本地 DB + 只读连接
OpenAI-compatible endpoint/model/key
AST 级 SQL 安全校验
token budget 留在本机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必要性：经营问题需要解释、验证和追问；单纯 SQL 生成无法承担分析责任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数据边界设计 — 本地工具也要可信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默认暴露 schema；只把回答当前问题所需的查询结果交给模型解释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AST 级 SQL 验证：用 node-sql-parser 解析 SQL 语法树，只允许 SELECT 查询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只读数据库连接：数据库层面配置 readonly 模式，即使代码有漏洞也无法写入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自动 LIMIT 注入：LLM 忘记加 LIMIT 时自动补全，防止全表扫描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OpenAI-compatible endpoint、model、API key、token budget 和数据连接都留在使用者本机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A853"/>
                </a:solidFill>
                <a:latin typeface="Arial"/>
                <a:ea typeface="Microsoft YaHei"/>
              </a:rPr>
              <a:t>关键不是替代模型，而是把外部模型 provider 接入受控数据、指标和执行边界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QueryForge 不给 LLM 数据库权限 · AI 生成 SQL，数据库执行查询，策略引擎控制访问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商业化路径：广交会场景下的买断制工具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获客场景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广交会周边地推 + 卖家社群投放
亚马逊卖家、小工贸公司和外贸 SOHO
现场扫码演示，几分钟看懂价值
巴西 Olist 数据正好是海外市场样例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付费方式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App Store / 官网一次买断
建议首发价：¥128-168
低于一次咨询或报表外包成本
用户自带模型 API key，token 自付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749039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31919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产品形态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89119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个人开发者发布的 macOS 桌面工具
员工在自己电脑里安装和运行
Olist 是内置 demo case
真实使用时连接本机可访问数据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931919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开发者机会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389119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卖点不是模型本身，而是电商分析流程
无需后期云运维，边际成本低
低决策成本，适合冲动购买
用小额工具费换回高频时间成本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商业价值：让小卖家也能问经营数据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36576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跨境电商小团队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480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不用先搭 BI 或雇专职分析师
围绕订单、品类、渠道连续追问
快速判断海外市场和选品机会
把常用问题沉淀成可复用指标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36576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个人开发者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480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不出售模型能力，只出售好用流程
用户自带 provider key，成本边界清楚
买断制降低试用门槛
广交会等线下场景便于直接触达用户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Olist 巴西电商数据用于公开 demo；真实价值是把小卖家已有经营数据变成可追问的分析工作台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让电商经营者获得专业数据分析能力
把订单、品类、渠道和复购问题变成可信查询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4A853"/>
                </a:solidFill>
                <a:latin typeface="Arial"/>
                <a:ea typeface="Microsoft YaHei"/>
              </a:rPr>
              <a:t>https://queryforge-production-8d6f.up.railway.app/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github.com/eric-stone-plus/QueryForge</a:t>
            </a:r>
          </a:p>
        </p:txBody>
      </p:sp>
      <p:pic>
        <p:nvPicPr>
          <p:cNvPr id="6" name="Picture 5" descr="qr-rail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3063240"/>
            <a:ext cx="1508760" cy="1508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35440" y="46817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扫码体验 public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C: Business on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